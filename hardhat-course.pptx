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avec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</a:t>
            </a:r>
            <a:endParaRPr lang="en-US" sz="8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complète — 1 journée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32004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 •  Tests unitaires  •  Testnet  •  Etherscan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journée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setup à la mise en production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0" y="1097280"/>
            <a:ext cx="402336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MATIN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09:00 — Introduction à Hardhat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09:45 — Installation &amp; configuration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99999"/>
                </a:solidFill>
              </a:rPr>
              <a:t>10:30 — ☕ Pause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A745"/>
                </a:solidFill>
              </a:rPr>
              <a:t>10:45 — 💻 Exercice 1 : Setup projet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11:30 — Scripts de déploiement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A745"/>
                </a:solidFill>
              </a:rPr>
              <a:t>12:00 — 💻 Exercice 2 : Déployer Hello.sol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</a:rPr>
              <a:t>12:30 — 🍽  Déjeuner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🌆  APRÈS-MIDI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0020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14:00 — Tests unitaires Mocha + Chai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999999"/>
                </a:solidFill>
              </a:rPr>
              <a:t>15:15 — ☕ Pause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A745"/>
                </a:solidFill>
              </a:rPr>
              <a:t>15:30 — 💻 Exercice 3 : Tester Hello.sol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16:30 — Déploiement sur Hesias + Blockscout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</a:rPr>
              <a:t>17:00 — Vérification sur Blockscout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A745"/>
                </a:solidFill>
              </a:rPr>
              <a:t>17:30 — 💻 Exercice final : Deploy &amp; Verify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18:00 — Récap &amp;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Hardhat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de développement Ethereum complet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35661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est un framework JavaScript qui permet de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Compiler des contrats Solidity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Déployer sur n'importe quel réseau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Écrire et exécuter des tests automatisés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Interagir avec les contrats en local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Étendre les fonctionnalités via plugins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188720"/>
            <a:ext cx="3200400" cy="35661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Foundry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 Rust, très rapide, pour les avancés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99999"/>
                </a:solidFill>
              </a:rPr>
              <a:t>Truffle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 Deprecated (abandonné)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Remix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→ Dans le navigateur, parfait pour débuter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vs Remix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bon outil selon le contexte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92608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D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Hardhat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(terminal)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 Git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automatisés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Déploiement prod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Manuel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Scripts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Idéal pour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Premiers contrats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Projets sérieux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avant de commencer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4008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01168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710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18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545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nodejs.org — vérifier avec : node --version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8412480" cy="64008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84248"/>
            <a:ext cx="201168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20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ou yarn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295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avec Node.js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8412480" cy="64008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34056"/>
            <a:ext cx="201168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70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044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l'extension Solidity de Nomic Foundation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8412480" cy="64008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83864"/>
            <a:ext cx="201168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20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versionner votre projet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33672"/>
            <a:ext cx="8412480" cy="64008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233672"/>
            <a:ext cx="201168" cy="6400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70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4544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déployer sur Hesias (blockscout.tixier.org) en fin de journée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Hardhat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commandes pour démarrer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Créer un dossier et initialiser npm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600200"/>
            <a:ext cx="7973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mon-projet-hardhat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mon-projet-hardhat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init -y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Installer Hardhat 2.x + toolbox ethers v5 + dotenv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2926080"/>
            <a:ext cx="79735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"hardhat@^2.28.0" "@nomicfoundation/hardhat-toolbox@^2.0.0"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dotenv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⚠️  Hardhat 3+ (sorti en 2025) est incompatible avec ethers v5 — épingler les deux versions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Initialiser le projet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" y="4343400"/>
            <a:ext cx="797356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Sélectionner : "Create a JavaScript project"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générée par Hardhat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mon-projet-hardhat/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contracts/          ← vos contrats Solidity (.sol)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     ← scripts de déploiement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test/               ← vos tests automatisés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artifacts/          ← ABI + bytecode (auto-généré)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cache/              ← cache de compilation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hardhat.config.js   ← fichier de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                ← clés privées (NE PAS COMMITER !)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3840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.env dans votre .gitignore dès le début pour ne jamais exposer vos clés privées.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1A1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76472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Ajoutez .env dans votre .gitignore dès le début pour ne jamais exposer vos clés privées.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les contrats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hardhat compile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822960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581912"/>
            <a:ext cx="79735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compile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 attendu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Compiled 1 Solidity file successfully (evm target: paris).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génère dans artifacts/ 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artifacts/contracts/Hello.sol/Hello.json  — contient l'ABI + le bytecode (utilisé par ethers.js pour déployer et appeler le contrat)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artifacts/contracts/Hello.sol/Hello.dbg.json  — fichier de debug (source maps, non utilisé en cours normal)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schéma s'appliquera à tous vos contrats : artifacts/contracts/MonContrat.sol/MonContrat.json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hardhat.config.js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de la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require("@nomicfoundation/hardhat-toolbox");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@type import('hardhat/config').HardhatUserConfig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solidity: "0.8.24",          // version du compilateur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localhost: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url: "http://127.0.0.1:8545"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sepolia: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url: process.env.SEPOLIA_RPC_URL,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accounts: [process.env.PRIVATE_KEY]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etherscan: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apiKey: process.env.ETHERSCAN_API_KEY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les clés privées avec .env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fichier .env à la racine du projet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600200"/>
            <a:ext cx="7973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(NE JAMAIS COMMITER CE FICHIER 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SEPOLIA_RPC_URL=https://sepolia.infura.io/v3/VOTRE_CLE_INFURA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PRIVATE_KEY=0xvotre_cle_privee_metamask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ETHERSCAN_API_KEY=votre_cle_etherscan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et utiliser dotenv 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1143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3246120"/>
            <a:ext cx="797356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dotenv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Dans hardhat.config.js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process.env.SEPOLIA_RPC_URL est maintenant disponible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434840"/>
            <a:ext cx="8412480" cy="530352"/>
          </a:xfrm>
          <a:prstGeom prst="rect">
            <a:avLst/>
          </a:prstGeom>
          <a:solidFill>
            <a:srgbClr val="2A000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4622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Ajoutez .env dans .gitignore — ne commitez JAMAIS vos clés privées 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Hello.sol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que nous allons utiliser tout au long de la journée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0050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SPDX-License-Identifier: GPL-3.0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solidity ^0.8.0;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Hello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 private message;   // le message stocké on-chain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public  owner;     // l'adresse qui a déployé le contrat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constructor()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owner   = msg.sender;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= "Hello, World!";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Lecture du message (gratuit — view)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getMessage() public view returns (string memory)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message;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Modification du message (réservée au owner)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setMessage(string memory _nouveauMessage) public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require(msg.sender == owner, "Seul le proprietaire peut modifier");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 = _nouveauMessage;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5257800"/>
            <a:ext cx="8503920" cy="475488"/>
          </a:xfrm>
          <a:prstGeom prst="rect">
            <a:avLst/>
          </a:prstGeom>
          <a:solidFill>
            <a:srgbClr val="1A1A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285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contrat couvre : variables d'état · constructeur · fonction view · require · contrôle d'accès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projet Hardhat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Créer un nouveau dossier et initialiser un projet Hardhat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Copier Hello.sol du cours dans contracts/ (version enrichie avec owner + setMessage)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Vérifier la version pragma (^0.8.0)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Lancer npx hardhat compile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Explorer le dossier artifacts/contracts/Hello.sol/ généré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Modifier le message par défaut dans le constructeur, recompiler — vérifier que Hello.json est mis à jour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· Réseau local · Hardhat Node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un script de déploiement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scripts/deploy.js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solidFill>
            <a:srgbClr val="2A15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064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Prérequis : Hello.sol doit être dans contracts/  ET  npx hardhat compile doit avoir été lancé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8229600" cy="35478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719072"/>
            <a:ext cx="7973568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scripts/deploy.js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require("hardhat");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console.log("Déploiement du contrat Hello...");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Récupérer la factory (lit artifacts/contracts/Hello.sol/Hello.json)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Hello = await ethers.getContractFactory("Hello");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Déployer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hello = await Hello.deploy();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Attendre la confirmation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hello.deployed();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console.log("✅ Hello déployé à l'adresse :", hello.address);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main().catch(console.error);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5257800"/>
            <a:ext cx="8503920" cy="475488"/>
          </a:xfrm>
          <a:prstGeom prst="rect">
            <a:avLst/>
          </a:prstGeom>
          <a:solidFill>
            <a:srgbClr val="001A00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285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HH700: Artifact not found  →  Hello.sol absent de contracts/ ou npx hardhat compile non lancé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Node — la blockchain locale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Ethereum qui tourne sur votre machine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 nœud local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600200"/>
            <a:ext cx="7973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node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20 comptes pré-financés avec 10 000 ETH chacun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du réseau : http://127.0.0.1:8545  (chainId: 31337)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 l'état à chaque redémarrage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en temps réel toutes les transactions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Parfait pour développer et tester sans frais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8412480" cy="1078992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913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MetaMask au réseau local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Réseau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Localhost 8545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   |   Chain ID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31337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   |   Symbole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ETH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en local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 script sur le réseau local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 — démarrer le nœud 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600200"/>
            <a:ext cx="7973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node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 — exécuter le script 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2606040"/>
            <a:ext cx="7973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run scripts/deploy.js --network localhost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Sortie attendue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Déploiement du contrat Hello...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Hello déployé à l'adresse : 0x5FbDB2315678afecb367f032d93F642f64180aa3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Sans --network, Hardhat utilise un réseau temporaire en mémoire (plus simple, mais pas persistant).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via la console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Appeler les fonctions du contrat en temps réel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0050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Ouvrir la console interactive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console --network localhost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Déployer directement dans la console (pas besoin d'adresse)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const Hello = await ethers.getContractFactory("Hello")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const hello = await Hello.deploy()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 hello.deployed()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Interagir avec le contrat fraîchement déployé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 hello.owner()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'0xf39Fd6e51aad88F6F4ce6aB8827279cffFb92266'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 hello.getMessage()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'Hello, World!'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 hello.setMessage("Bonjour Hesias 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await hello.getMessage()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'Bonjour Hesias !'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contrat Hello en local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Lancer npx hardhat node dans un terminal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Créer scripts/deploy.js et y écrire le script de déploiement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Déployer Hello avec --network localhost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Ouvrir la console Hardhat et vérifier l'adresse de l'owner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Appeler getMessage() et setMessage() depuis la console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Essayer d'appeler setMessage() depuis un autre compte — vérifier que la transaction est rejetée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  ·  Chai  ·  ethers.js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tester ses contrats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smart contracts sont immuables — un bug = une perte définitive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60020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" cy="1600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Détecter les bugs tôt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déploiement en production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182880" cy="1600200"/>
          </a:xfrm>
          <a:prstGeom prst="rect">
            <a:avLst/>
          </a:prstGeom>
          <a:solidFill>
            <a:srgbClr val="FF8C0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Prévenir les pertes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contrats gèrent de l'argent réel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60020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182880" cy="16002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Documentation vivante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décrivent le comportement attendu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182880" cy="1600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Requis pour l'audit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projet sérieux ne déploie sans tests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stack de test Hardhat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inclus dans hardhat-toolbox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828800" cy="10515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5087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les tests avec describe() et it()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1828800" cy="10515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14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" y="2990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d'assertions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les résultats avec expect()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0515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1828800" cy="10515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49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ethers.js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blockchain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77440" y="39776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 et appelle les contrats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685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" y="4114800"/>
            <a:ext cx="81564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--save-dev "hardhat@^2.28.0" "@nomicfoundation/hardhat-toolbox@^2.0.0"   # Hardhat 2.x + ethers v5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squelette de base — test/Hello.js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expect } = require("chai");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require("hardhat");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describe("Hello",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→ Groupe logique de tests pour le contrat Hello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it("Devrait définir correctement l'owner",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→ Un cas de test précis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Hello = await ethers.getContractFactory("Hello");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hello = await Hello.deploy();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[owner] = await ethers.getSigners();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hello.owner()).to.equal(owner.address);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les tests 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4617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test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beforeEach() — Setup des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la répétition en déployant avant chaque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Ces deux lignes sont OBLIGATOIRES en haut du fichier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expect } = require("chai");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require("hardhat");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describe("Hello",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hello, owner, user;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Exécuté avant CHAQUE test → contrat toujours frais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[owner, user] = await ethers.getSigners();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Hello = await ethers.getContractFactory("Hello");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hello = await Hello.deploy();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hello.deployed();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it("L'owner doit être le déployeur",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hello.owner()).to.equal(owner.address);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it('Le message initial est "Hello, World!"',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hello.getMessage()).to.equal("Hello, World!");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assertions Chai — fichier complet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test/Hello.js — prêt à lancer avec npx hardhat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4663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expect } = require("chai");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require("hardhat");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describe("Hello",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hello, owner, user;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beforeEach(async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[owner, user] = await ethers.getSigners();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Hello = await ethers.getContractFactory("Hello");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hello = await Hello.deploy();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hello.deployed();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it("L'owner est le deployeur", async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hello.owner()).to.equal(owner.address);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it('Le message initial est "Hello, World!"', async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hello.getMessage()).to.equal("Hello, World!");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it("setMessage met a jour le message", async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hello.setMessage("Bonjour !");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hello.getMessage()).to.equal("Bonjour !");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it("Seul l'owner peut appeler setMessage", async function () {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hello.connect(user).setMessage("hack")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).to.be.revertedWith("Seul le proprietaire peut modifier");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access controls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modifiers fonctionnent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describe("Contrôle d'accès", function ()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it("Seul l'owner peut modifier le message",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user tente de modifier → doit échouer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hello.connect(user).setMessage("hack")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).to.be.revertedWith("Seul le proprietaire peut modifier le message");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it("L'owner peut modifier le message",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hello.connect(owner).setMessage("Nouveau message");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Vérifier que le message a bien changé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msg = await hello.getMessage();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expect(msg).to.equal("Nouveau message");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663440"/>
            <a:ext cx="8412480" cy="301752"/>
          </a:xfrm>
          <a:prstGeom prst="rect">
            <a:avLst/>
          </a:prstGeom>
          <a:solidFill>
            <a:srgbClr val="001A00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Tester à la fois le cas "autorisé" et le cas "refusé" — les deux sont importants 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les modifications d'état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l'état du contrat évolue correctement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describe("Modification du message", function ()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it("setMessage met a jour le message",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hello.setMessage("Nouveau texte");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hello.getMessage()).to.equal("Nouveau texte");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it("Plusieurs modifications successives fonctionnent",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hello.setMessage("Message 1");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hello.getMessage()).to.equal("Message 1");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hello.setMessage("Message 2");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hello.getMessage()).to.equal("Message 2");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it("getMessage retourne le message par defaut apres deploiement", async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expect(await hello.getMessage()).to.equal("Hello, World!");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solidFill>
            <a:srgbClr val="001A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46542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: tester l'état avant ET après chaque opération — ne jamais supposer l'état initial.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les tests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 commandes utiles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2148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600200"/>
            <a:ext cx="797356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Lancer tous les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Lancer un fichier spécifique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test test/Hello.js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Afficher la consommation de gas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REPORT_GAS=true npx hardhat 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Rapport de coverage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coverage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sortie 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087368"/>
            <a:ext cx="8229600" cy="86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4178808"/>
            <a:ext cx="79735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[OK] L'owner doit etre le deployeur (55ms)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[OK] Le message initial est "Hello, World!" (38ms)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[OK] setMessage met a jour le message (41ms)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[OK] Seul l'owner peut modifier le message (33ms)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passing (1s)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les tests du contrat Hello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Créer test/Hello.js et mettre en place le beforeEach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Test 1 : l'owner est bien le déployeur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2 : le message initial est "Hello, World!"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 3 : setMessage() met bien à jour le message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Test 4 : seul l'owner peut appeler setMessage()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Lancer npx hardhat test — tous les tests doivent passer 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Ajouter un 5ème test : vérifier que plusieurs setMessage() successifs fonctionnent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Testnet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Hesias  ·  Blockscout  ·  hardhat verify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 réseau Hesias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d'Alchemy ou d'Infura — réseau privé prêt à l'emploi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Ajouter Hesias dans MetaMask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→ Paramètres → Réseaux → Ajouter un réseau manuellement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Hesias  ·  RPC : https://hesias.tixier.org/rpc  ·  Chain ID : 12345  ·  Symbole : ETH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Explorateur : https://blockscout.tixier.org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hardhat.config.js — fichier complet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8229600" cy="1965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" y="3017520"/>
            <a:ext cx="797356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require("@nomicfoundation/hardhat-toolbox");  // ← plugin ethers, chai, verify...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require("dotenv").config();                   // ← charger .env AVANT module.exports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 @type import('hardhat/config').HardhatUserConfig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            // ← networks doit être DANS module.exports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solidity: "0.8.28",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networks: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hesias: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url: "https://hesias.tixier.org/rpc",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accounts: [process.env.PRIVATE_KEY]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.env — à la racine du projet (même niveau que hardhat.config.js) 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349240"/>
            <a:ext cx="822960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" y="5440680"/>
            <a:ext cx="79735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PRIVATE_KEY=0xTACLEPRIVEEMETAMASK   # ← doit commencer par 0x 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5916168"/>
            <a:ext cx="8503920" cy="384048"/>
          </a:xfrm>
          <a:prstGeom prst="rect">
            <a:avLst/>
          </a:prstGeom>
          <a:solidFill>
            <a:srgbClr val="2A000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« received undefined » → .env absent ou PRIVATE_KEY mal nommé  ·  Exporter depuis MetaMask : Compte → ⋮ → Détails → Afficher la clé privée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sur Hesias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Exactement comme en local, avec --network hesias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234440"/>
            <a:ext cx="797356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hardhat run scripts/deploy.js --network hesias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Sortie attendue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Déploiement du contrat Hello...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Hello déployé à l'adresse : 0xABC123...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compile le contrat et crée une transaction de déploiement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transaction est signée avec votre PRIVATE_KEY (MetaMask)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envoyée au réseau Hesias via https://hesias.tixier.org/rpc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quelques secondes, le contrat est miné et disponible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sur : https://blockscout.tixier.org/address/VOTRE_ADRESSE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sur Blockscout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le code source public — hardhat verify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manuelle sur Blockscout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8503920" cy="288036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82296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l'adresse affichée après le déploiement
</a:t>
            </a:r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 </a:t>
            </a:r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blockscout.tixier.org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et coller l'adresse dans la barre de recherche
</a:t>
            </a:r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l'onglet  </a:t>
            </a:r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2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Publish
</a:t>
            </a:r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le contenu de  </a:t>
            </a:r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contracts/Hello.sol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dans le champ source
</a:t>
            </a:r>
            <a:pPr indent="0" marL="0">
              <a:buNone/>
            </a:pPr>
            <a:r>
              <a:rPr lang="en-US" sz="12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compilateur  </a:t>
            </a:r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v0.8.28</a:t>
            </a:r>
            <a:pPr indent="0" marL="0">
              <a:buNone/>
            </a:pPr>
            <a:r>
              <a:rPr lang="en-US" sz="125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Valider  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4434840"/>
            <a:ext cx="8503920" cy="475488"/>
          </a:xfrm>
          <a:prstGeom prst="rect">
            <a:avLst/>
          </a:prstGeom>
          <a:solidFill>
            <a:srgbClr val="1A3A1A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53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Une fois vérifié : code source lisible + appel de getMessage() / setMessage() directement depuis l'interface Blockscout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 — explorateur alternatif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Hesias  ·  blockscout.tixier.org  ·  pas besoin de vrais ETH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178308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Etherscan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public Sepolia requis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de test parfois limité (quota faucet / CAPTCHA)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Etherscan nécessaire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023360" cy="1783080"/>
          </a:xfrm>
          <a:prstGeom prst="rect">
            <a:avLst/>
          </a:prstGeom>
          <a:solidFill>
            <a:srgbClr val="25252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Blockscout (tixier.org)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2763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privé local — ETH gratuit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auto-hébergé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clé API requise ("any" suffit)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En cours, on utilisera le réseau Hesias 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: https://hesias.tixier.org/rpc  ·  Chain ID : 12345  ·  Symbole : ETH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Explorateur : https://blockscout.tixier.org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workflow que Etherscan — interface identique pour lire et appeler les contrats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1A3A1A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44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Réseau Hesias déjà disponible — ajoutez-le dans MetaMask avec le Chain ID 12345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et vérifier Hello sur Hesias / Blockscout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Ajouter le réseau hesias dans hardhat.config.js (customChains, chainId 12345)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Ajouter PRIVATE_KEY dans .env (clé exportée depuis MetaMask)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Déployer Hello sur Hesias avec --network hesias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Vérifier le contrat avec npx hardhat verify --network hesias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Ouvrir blockscout.tixier.org et appeler getMessage() / setMessage()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Appeler setMessage() depuis un autre compte MetaMask — vérifier que Blockscout affiche la transaction rejetée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 de la journée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savez maintenant faire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Initialiser un projet Hardhat professionnel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Compiler des contrats Solidity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Écrire des scripts de déploiement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Tester localement avec Hardhat Node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Écrire des tests unitaires (Mocha + Chai)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Déployer sur un testnet (Sepolia)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Vérifier un contrat sur Etherscan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636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Vous avez maintenant toutes les bases pour développer des dApps en production !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recommandées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hardhat.org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 Hardhat — complète et bien faite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658368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057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039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docs.openzeppelin.com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de contrats sécurisés (ERC20, Ownable, AccessControl...)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8412480" cy="658368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2816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speedrunethereum.com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906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pratiques pour progresser rapidement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8412480" cy="658368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11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593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cryptozombies.io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8679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interactif Solidity — apprendre en jouant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389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370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sepolia.etherscan.io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6451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la blockchain de test Sepolia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ERC-20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 ·  Déploiement  ·  Interaction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token ERC-20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 de token le plus répandu sur Ethereum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obligatoires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402336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755648"/>
            <a:ext cx="376732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name() view returns (string)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symbol() view returns (string)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decimals() view returns (uint8)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totalSupply() view returns (uint256)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balanceOf(address) view returns (uint256)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transfer(address to, uint256 amount)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approve(address spender, uint256 amount)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transferFrom(address from, address 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uint256 amount)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tokens ERC-20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988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USDC, USDT, DAI — stablecoins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LINK, UNI, AAVE — DeFi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43000"/>
            <a:ext cx="402336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 fonctionne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balanceOf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9293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address → uint256, stocke les soldes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Soustrait du sender, ajoute au receiver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9352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172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Autorise un tiers a depenser vos tokens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557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transferFrom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tiers transfere en votre nom (DEX, etc.)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178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416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par defaut (comme wei pour ETH)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avec OpenZeppelin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token en moins de 20 lignes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8229600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581912"/>
            <a:ext cx="7973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@openzeppelin/contracts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contracts/MonToken.sol 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8229600" cy="2633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2505456"/>
            <a:ext cx="797356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SPDX-License-Identifier: 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pragma solidity ^0.8.24;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"@openzeppelin/contracts/token/ERC20/ERC20.sol";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"@openzeppelin/contracts/access/Ownable.sol";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 MonToken is ERC20, Ownable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constructor(uint256 initialSupply)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ERC20("MonToken", "MTK")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Ownable(msg.sender)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_mint(msg.sender, initialSupply * 10 ** decimals());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mint(address to, uint256 amount) public onlyOwner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_mint(to, amount);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et interagir avec le token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déploiement + console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scripts/deployToken.js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06908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" y="1719072"/>
            <a:ext cx="381304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require("hardhat");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supply = 1_000_000;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ethers.getContractFactory(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"MonToken"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await Token.deploy(supply);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token.deployed();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addr = token.address;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ts = await token.totalSupply();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console.log("Token:", addr);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"Supply:",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ethers.utils.formatEther(ts), "MTK"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main().catch(console.error);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374904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2344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Interagir via la console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627632"/>
            <a:ext cx="4005072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74336" y="1719072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Attacher le contrat deploye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await ethers.getContractAt(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"MonToken", "0xADRESSE..."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Lire la 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bal = await token.balanceOf(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owner.address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console.log(ethers.utils.formatEther(bal));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Transferer des tokens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token.transfer(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user.address,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ethers.utils.parseEther("1000")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Approve + TransferFrom (DEX pattern)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token.approve(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spender.address, ethers.utils.parseEther("500")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Exercice ERC-20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déployer votre propre token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Installer @openzeppelin/contracts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Créer contracts/MonToken.sol avec votre nom et symbole perso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Compiler : npx hardhat compile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Déployer sur Hardhat Network local et afficher la supply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Transférer 1000 tokens vers un autre compte, vérifier les balances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4251960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BONUS : Déployer sur Sepolia, vérifier sur Etherscan et ajouter le token dans MetaMask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Vanity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adresse Ethereum personnalisée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Vanity Ethereum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adresse avec un motif reconnaissable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18872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d'adresses vanity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</a:t>
            </a:r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</a:t>
            </a:r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beefC7d4e09f502B194A2ec4de468D36D4cBF...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11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0x000000000000000000000000000000000000</a:t>
            </a:r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206240" cy="24231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DeFi — adresse reconnaissable (ex: 0xCAFE...)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de burn — envoyer définitivement des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notables — prestige et lisibilité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entreprise — identification visuelle rapide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468880"/>
            <a:ext cx="4114800" cy="2423160"/>
          </a:xfrm>
          <a:prstGeom prst="rect">
            <a:avLst/>
          </a:prstGeom>
          <a:solidFill>
            <a:srgbClr val="252525"/>
          </a:solidFill>
          <a:ln/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 fonctionne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9260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aléatoire de paires clé privée / adresse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si l'adresse correspond au motif voulu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Répété des milliers à des milliards de fois (brute force)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clé privée trouvée est valide et utilisable normalement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une adresse vanity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: outil CLI ou script Node.js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vanity-eth (outil en ligne de commande)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53896"/>
            <a:ext cx="822960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1545336"/>
            <a:ext cx="797356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Installer l'outil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-g vanity-eth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Générer une adresse se terminant par "CAFE"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vanity-eth --suffix "CAFE" --threads 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Address  : 0x3a7b91d20fE4c2e09F1e28b8a3f7b8a31234CAFE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PrivKey  : 0xabc123...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Script Node.js avec ethers.js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28416"/>
            <a:ext cx="8229600" cy="16642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3419856"/>
            <a:ext cx="79735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ethers } = require("ethers");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suffix = "cafe"; // cible (insensible a la casse)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console.log("Recherche en cours...");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wallet = ethers.Wallet.createRandom();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(wallet.address.toLowerCase().endsWith(suffix))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console.log("Adresse   :", wallet.address);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console.log("Cle privee:", wallet.privateKey);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et sécurité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savoir avant de se lancer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génération estimé (CPU moderne)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8412480" cy="2148840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2286000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Longueur du suffixe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Combinaisons (hex)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approx.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seconde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secondes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 millions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milliards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heures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caractères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~1 000 milliards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semaines / GPU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794760"/>
            <a:ext cx="8412480" cy="1143000"/>
          </a:xfrm>
          <a:prstGeom prst="rect">
            <a:avLst/>
          </a:prstGeom>
          <a:solidFill>
            <a:srgbClr val="2A000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8587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de securite absolues 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 Ne JAMAIS utiliser un service en ligne pour generer une vanity address — votre cle privee serait envoyee au serveur.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  Generer toujours en local (offline si possible). Outils fiables : vanity-eth (open-source, auditable).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avec Hardhat</dc:title>
  <dc:subject>PptxGenJS Presentation</dc:subject>
  <dc:creator>PptxGenJS</dc:creator>
  <cp:lastModifiedBy>PptxGenJS</cp:lastModifiedBy>
  <cp:revision>1</cp:revision>
  <dcterms:created xsi:type="dcterms:W3CDTF">2026-04-21T21:51:07Z</dcterms:created>
  <dcterms:modified xsi:type="dcterms:W3CDTF">2026-04-21T21:51:07Z</dcterms:modified>
</cp:coreProperties>
</file>