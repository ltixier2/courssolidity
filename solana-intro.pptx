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822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à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de 2 heures pour débutants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02920" y="3273552"/>
            <a:ext cx="3200400" cy="45720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4015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•  Account Model  •  SPL Tokens  •  Anchor  •  web3.js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2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de la session (2h)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concept à la pratique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6187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00:00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08760" y="1325880"/>
            <a:ext cx="54864" cy="201168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1261872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 Solana — chiffres clés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8412480" cy="45720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81051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00:20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508760" y="1874520"/>
            <a:ext cx="54864" cy="201168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13" name="Text 11"/>
          <p:cNvSpPr/>
          <p:nvPr/>
        </p:nvSpPr>
        <p:spPr>
          <a:xfrm>
            <a:off x="1691640" y="1810512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: PoH, validators, account model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8412480" cy="45720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235915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00:40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08760" y="2423160"/>
            <a:ext cx="54864" cy="201168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7" name="Text 15"/>
          <p:cNvSpPr/>
          <p:nvPr/>
        </p:nvSpPr>
        <p:spPr>
          <a:xfrm>
            <a:off x="1691640" y="2359152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Exercice 1 : Wallet Phantom + Devnet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2834640"/>
            <a:ext cx="8412480" cy="45720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290779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01:00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508760" y="2971800"/>
            <a:ext cx="54864" cy="201168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21" name="Text 19"/>
          <p:cNvSpPr/>
          <p:nvPr/>
        </p:nvSpPr>
        <p:spPr>
          <a:xfrm>
            <a:off x="1691640" y="2907792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sur Solana : Solana Playground · Anchor · web3.js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3383280"/>
            <a:ext cx="8412480" cy="45720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345643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01:30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508760" y="3520440"/>
            <a:ext cx="54864" cy="201168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25" name="Text 23"/>
          <p:cNvSpPr/>
          <p:nvPr/>
        </p:nvSpPr>
        <p:spPr>
          <a:xfrm>
            <a:off x="1691640" y="3456432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Exercice 2 : Explorer Solana via web3.js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3931920"/>
            <a:ext cx="8412480" cy="45720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400507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01:50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508760" y="4069080"/>
            <a:ext cx="54864" cy="201168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29" name="Text 27"/>
          <p:cNvSpPr/>
          <p:nvPr/>
        </p:nvSpPr>
        <p:spPr>
          <a:xfrm>
            <a:off x="1691640" y="4005072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Écosystème &amp; comparaison Ethereum / Solana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" y="455371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02:00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508760" y="4617720"/>
            <a:ext cx="54864" cy="201168"/>
          </a:xfrm>
          <a:prstGeom prst="rect">
            <a:avLst/>
          </a:prstGeom>
          <a:solidFill>
            <a:srgbClr val="8888AA"/>
          </a:solidFill>
          <a:ln/>
        </p:spPr>
      </p:sp>
      <p:sp>
        <p:nvSpPr>
          <p:cNvPr id="33" name="Text 31"/>
          <p:cNvSpPr/>
          <p:nvPr/>
        </p:nvSpPr>
        <p:spPr>
          <a:xfrm>
            <a:off x="1691640" y="4553712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 &amp; Questions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2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Solana 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blockchain haute performance de nouvelle génération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029200" cy="374904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8016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Layer 1 créée en 2020 par Anatoly Yakovenko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Conçue pour être rapide, peu chère et scalable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natif : SOL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Utilisée pour : DeFi, NFT, Gaming, Paiements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400 millions de comptes actifs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0" y="1143000"/>
            <a:ext cx="3200400" cy="109728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15000" y="121615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65 000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715000" y="18562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théoriques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0" y="2404872"/>
            <a:ext cx="3200400" cy="109728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15000" y="2478024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$0.0001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715000" y="311810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transaction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0" y="3666744"/>
            <a:ext cx="3200400" cy="109728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15000" y="3739896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400ms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715000" y="437997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bloc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2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vs Solana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approches différentes de la blockchain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3794760"/>
        </p:xfrm>
        <a:graphic>
          <a:graphicData uri="http://schemas.openxmlformats.org/drawingml/2006/table">
            <a:tbl>
              <a:tblPr/>
              <a:tblGrid>
                <a:gridCol w="2286000"/>
                <a:gridCol w="3063240"/>
                <a:gridCol w="3063240"/>
              </a:tblGrid>
              <a:tr h="4743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Ethereum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F1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Consensus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of Stake (PoS)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PoH + PoS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Débit (TPS)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 TPS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~65 000 TPS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tx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 à $20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Temps de bloc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 secondes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Rust / Anchor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contracts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2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History (PoH)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L'innovation clé qui rend Solana si rapide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100584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887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Le problème 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51790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une blockchain classique, les nœuds doivent s'accorder sur le temps → cela ralentit tout.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100584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3317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La solution Solana 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670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PoH est une horloge cryptographique partagée (VDF — Verifiable Delay Function). Chaque événement est horodaté avec une preuve mathématique.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401568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validateurs n'ont plus besoin de négocier l'ordre des transactions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traitement peut être parallélisé (Sealevel runtime)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des milliers de transactions par seconde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2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 Solana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les transactions sont traitées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114800" cy="169164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4114800" cy="54864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075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Leader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les blocs (rotation toutes les 400ms)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114800" cy="169164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43000"/>
            <a:ext cx="411480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3075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Validators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Vérifient et votent sur les blocs (Tower BFT)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114800" cy="169164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63240"/>
            <a:ext cx="4114800" cy="5486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278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Gulf Stream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370332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Forwarding des txs sans mempool → réduction de la latence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3063240"/>
            <a:ext cx="4114800" cy="169164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063240"/>
            <a:ext cx="41148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2278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Sealevel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37760" y="370332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parallèle des transactions non-conflictuelles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2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wallets Solana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interagir avec la blockchain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114800" cy="374904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344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 populaires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945FF"/>
                </a:solidFill>
              </a:rPr>
              <a:t>Phantom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8888AA"/>
                </a:solidFill>
              </a:rPr>
              <a:t>→ Le plus utilisé (extension Chrome &amp; mobile)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4FC3F7"/>
                </a:solidFill>
              </a:rPr>
              <a:t>Solflare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8888AA"/>
                </a:solidFill>
              </a:rPr>
              <a:t>→ Alternative web/mobile, fonctionnalités avancées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8C00"/>
                </a:solidFill>
              </a:rPr>
              <a:t>Backpack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8888AA"/>
                </a:solidFill>
              </a:rPr>
              <a:t>→ Nouvelle génération, supporte xNFTs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374904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2344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réseaux Solana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Mainnet-beta : réseau principal (SOL réels)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Devnet : réseau de test (SOL gratuits via faucet)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: tests avancés / validators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Localnet : blockchain locale pour le développement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4251960"/>
            <a:ext cx="4114800" cy="530352"/>
          </a:xfrm>
          <a:prstGeom prst="rect">
            <a:avLst/>
          </a:prstGeom>
          <a:solidFill>
            <a:srgbClr val="1A0030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427939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Toujours utiliser Devnet pour tester !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Exercice 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wallet Phantom et obtenir des SOL sur Devnet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822960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Aller sur phantom.app et installer l'extension Chrome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Créer un nouveau wallet — noter soigneusement les 24 mots (seed phrase)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Dans Phantom : Settings → Developer Settings → passer en Devnet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Aller sur faucet.solana.com → entrer votre adresse → obtenir 2 SOL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Vérifier votre balance sur explorer.solana.com (réseau Devnet)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4224528"/>
            <a:ext cx="8412480" cy="685800"/>
          </a:xfrm>
          <a:prstGeom prst="rect">
            <a:avLst/>
          </a:prstGeom>
          <a:solidFill>
            <a:srgbClr val="1A0030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2702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BONUS : Envoyer 0.01 SOL à l'adresse d'un voisin et retrouver la transaction sur l'explorateur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2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de compte Solana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Différence fondamentale avec Ethereum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023360" cy="374904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402336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618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Ethereum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719072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contrat stocke son propre code ET ses données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 = code + état (storage)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Immuable une fois déployé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Adresses hexadécimales (0x...)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657600"/>
            <a:ext cx="3840480" cy="10972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" y="3749040"/>
            <a:ext cx="35844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 contrat Solidity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 Faucet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address public admin; // état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uint public balance; // état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code + données ensemble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4114800" cy="374904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43000"/>
            <a:ext cx="4114800" cy="54864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2618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 Solana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1719072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code (Program) et données (Accounts)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 est stateless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vivent dans des comptes séparés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Adresses Base58 (7eRv...)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92040" y="3657600"/>
            <a:ext cx="3840480" cy="10972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0056" y="3749040"/>
            <a:ext cx="35844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Program (code stateless)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Data Account (données)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owner: program_id,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data: [/* état */]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2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vs Smart Contracts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terminologie Solana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3749040"/>
        </p:xfrm>
        <a:graphic>
          <a:graphicData uri="http://schemas.openxmlformats.org/drawingml/2006/table">
            <a:tbl>
              <a:tblPr/>
              <a:tblGrid>
                <a:gridCol w="2743200"/>
                <a:gridCol w="2834640"/>
                <a:gridCol w="2834640"/>
              </a:tblGrid>
              <a:tr h="5355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Contract ETH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F1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Solana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+ données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Ensemble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Séparés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Oui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Mise à jour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Immutable (sauf proxy)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Upgradeable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Langage principal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Rust (+ Anchor)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Déploiement par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N'importe qui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N'importe qui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 de données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Dans le contrat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séparé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2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Lamports &amp; SPL Tokens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unités et les tokens de Solana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023360" cy="374904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344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Lamports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71907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SOL = 1 000 000 000 lamports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Équivalent des wei pour Ethereum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ETH = 10¹⁸ wei)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frais de transaction sont en lamports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: ~0.002 SOL pour créer un compte (remboursable)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114800" cy="374904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2344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🪙  SPL Tokens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7190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token de Solana (≈ ERC20)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14884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Token Program gère TOUS les tokens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wallet doit créer un Associated Token Account (ATA)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authority = qui peut créer des tokens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authority = qui peut bloquer des transfers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USDC, USDT, et la plupart des tokens DeFi sont SPL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994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sur Solana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48640" y="2697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C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Playground  ·  Anchor Framework  ·  @solana/web3.js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2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Playground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en ligne — zéro installation · beta.solpg.io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297680" cy="379476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344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c'est 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Solana 100 % dans le navigateur — aucune installation requise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 Anchor et Rust natif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intégré (Playground Wallet) connecté au Devnet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deploy et test en un clic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pour apprendre, prototyper ou démontrer un program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46320" y="1143000"/>
            <a:ext cx="3977640" cy="182880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2344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en 30 secondes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 </a:t>
            </a:r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beta.solpg.io
</a:t>
            </a:r>
            <a:pPr indent="0" marL="0">
              <a:buNone/>
            </a:pPr>
            <a:r>
              <a:rPr lang="en-US" sz="1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nouveau projet Anchor
</a:t>
            </a:r>
            <a:pPr indent="0" marL="0">
              <a:buNone/>
            </a:pPr>
            <a:r>
              <a:rPr lang="en-US" sz="1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 </a:t>
            </a:r>
            <a:pPr indent="0" marL="0">
              <a:buNone/>
            </a:pPr>
            <a:r>
              <a:rPr lang="en-US" sz="12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puis  </a:t>
            </a:r>
            <a:pPr indent="0" marL="0">
              <a:buNone/>
            </a:pPr>
            <a:r>
              <a:rPr lang="en-US" sz="12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
</a:t>
            </a:r>
            <a:pPr indent="0" marL="0">
              <a:buNone/>
            </a:pPr>
            <a:r>
              <a:rPr lang="en-US" sz="1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depuis l'onglet  </a:t>
            </a:r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3063240"/>
            <a:ext cx="3977640" cy="1874520"/>
          </a:xfrm>
          <a:prstGeom prst="rect">
            <a:avLst/>
          </a:prstGeom>
          <a:solidFill>
            <a:srgbClr val="1A1A2E"/>
          </a:solidFill>
          <a:ln w="12700">
            <a:solidFill>
              <a:srgbClr val="9945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3154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 vs installation locale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356616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Playground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rapide, aucun prérequis, parfait pour le cours
</a:t>
            </a:r>
            <a:pPr indent="0" marL="0">
              <a:buNone/>
            </a:pPr>
            <a:r>
              <a:rPr lang="en-US" sz="115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Local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Rust + Cargo + Anchor CLI + Solana CLI
</a:t>
            </a:r>
            <a:pPr indent="0" marL="0">
              <a:buNone/>
            </a:pPr>
            <a:r>
              <a:rPr lang="en-US" sz="11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(nécessaire pour les projets réels)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2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Framework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Hardhat de Solana — développement simplifié en Rust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937760" cy="374904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344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Anchor 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en Rust natif = très verbeux et complexe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ajoute des macros qui génèrent le boilerplate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Génère automatiquement l'IDL (= ABI) du program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Génère un client TypeScript pour interagir depuis le front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la validation des comptes automatiquement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77840" y="1143000"/>
            <a:ext cx="3291840" cy="374904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15000" y="123444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0" y="1691640"/>
            <a:ext cx="3154680" cy="30175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97296" y="1783080"/>
            <a:ext cx="289864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Installer Rust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--proto '=https' --tlsv1.2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-sSf https://sh.rustup.rs | sh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Installer Solana CLI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 -c "$(curl -sSfL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https://release.solana.com/\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v1.18.0/install)"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Installer Anchor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install --git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https://github.com/\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coral-xyz/anchor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anchor-cli --locked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2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d'un Program Anchor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Analogie avec Solidity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303520" cy="3749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34440"/>
            <a:ext cx="5074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anchor_lang::prelude::*;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declare_id!("Fg6PaFp...HuM6");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#[program]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mod counter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 super::*;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 fn initialize(ctx: Context&lt;Init&gt;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 -&gt; Result&lt;()&gt;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ctx.accounts.counter.count = 0;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Ok(())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 fn increment(ctx: Context&lt;Inc&gt;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 -&gt; Result&lt;()&gt;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ctx.accounts.counter.count += 1;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Ok(())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#[derive(Accounts)]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Init&lt;'info&gt;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#[account(init, payer=user, space=16)]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 counter: Account&lt;'info, Counter&gt;,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#[account(mut)]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 user: Signer&lt;'info&gt;,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 system_program: Program&lt;'info, System&gt;,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#[account]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Counter { pub count: u64 }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852160" y="1143000"/>
            <a:ext cx="3017520" cy="374904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89320" y="12344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Analogie Solidity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89320" y="1664208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F195"/>
                </a:solidFill>
              </a:rPr>
              <a:t>declare_id!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= adresse du contrat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4F195"/>
                </a:solidFill>
              </a:rPr>
              <a:t>#[program]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= corps du contrat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4F195"/>
                </a:solidFill>
              </a:rPr>
              <a:t>#[derive(Accounts)]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= parametres de fonction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4F195"/>
                </a:solidFill>
              </a:rPr>
              <a:t>#[account]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= struct de storage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4F195"/>
                </a:solidFill>
              </a:rPr>
              <a:t>space = 8 + 8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= taille allouee (discriminator + u64)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2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@solana/web3.js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Interagir avec Solana depuis JavaScript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5216" y="1600200"/>
            <a:ext cx="79735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@solana/web3.js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— lire une balance 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2423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5216" y="2606040"/>
            <a:ext cx="797356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Connection, PublicKey, clusterApiUrl, Keypair, LAMPORTS_PER_SOL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require("@solana/web3.js");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Se connecter au Devnet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connection = new Connection(clusterApiUrl("devnet"), "confirmed");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Lire la balance d'un compte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pubkey = new PublicKey("VotreCléPubliqueSolana...");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balance = await connection.getBalance(pubkey);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console.log(`Balance : ${balance / LAMPORTS_PER_SOL} SOL`);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Obtenir le slot (= numéro de bloc)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slot = await connection.getSlot();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console.log(`Slot actuel : ${slot}`);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Exercice 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Solana avec @solana/web3.js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822960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Créer un dossier explore-solana et lancer : npm init -y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Installer la librairie : npm install @solana/web3.js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Créer explore.js — se connecter au Devnet de Solana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Lire et afficher votre balance en SOL (votre adresse Phantom)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Récupérer et afficher les 5 dernières signatures de votre compte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4224528"/>
            <a:ext cx="8412480" cy="685800"/>
          </a:xfrm>
          <a:prstGeom prst="rect">
            <a:avLst/>
          </a:prstGeom>
          <a:solidFill>
            <a:srgbClr val="1A0030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2702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BONUS : Envoyer 0.01 SOL à l'adresse d'un voisin via un script Node.js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2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L'écosystème Solana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écosystème riche et en forte croissance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64008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17957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💱  DeFi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0" y="1234440"/>
            <a:ext cx="27432" cy="45720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9" name="Text 7"/>
          <p:cNvSpPr/>
          <p:nvPr/>
        </p:nvSpPr>
        <p:spPr>
          <a:xfrm>
            <a:off x="2880360" y="125272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 (DEX aggregator) • Raydium • Orca • Marinade Finance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892808"/>
            <a:ext cx="8412480" cy="64008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192938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NFT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0" y="1984248"/>
            <a:ext cx="27432" cy="45720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3" name="Text 11"/>
          <p:cNvSpPr/>
          <p:nvPr/>
        </p:nvSpPr>
        <p:spPr>
          <a:xfrm>
            <a:off x="2880360" y="2002536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Eden • Tensor • Metaplex (standard NFT Solana)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642616"/>
            <a:ext cx="8412480" cy="64008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26791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Gaming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0" y="2734056"/>
            <a:ext cx="27432" cy="45720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7" name="Text 15"/>
          <p:cNvSpPr/>
          <p:nvPr/>
        </p:nvSpPr>
        <p:spPr>
          <a:xfrm>
            <a:off x="2880360" y="2752344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Atlas • Aurory • Stepn (Move to Earn)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392424"/>
            <a:ext cx="8412480" cy="64008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3429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💵  Stablecoins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0" y="3483864"/>
            <a:ext cx="27432" cy="45720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21" name="Text 19"/>
          <p:cNvSpPr/>
          <p:nvPr/>
        </p:nvSpPr>
        <p:spPr>
          <a:xfrm>
            <a:off x="2880360" y="3502152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• USDT • payUSD (émis nativement sur Solana)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142232"/>
            <a:ext cx="8412480" cy="64008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417880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Explorateurs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0" y="4233672"/>
            <a:ext cx="27432" cy="45720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25" name="Text 23"/>
          <p:cNvSpPr/>
          <p:nvPr/>
        </p:nvSpPr>
        <p:spPr>
          <a:xfrm>
            <a:off x="2880360" y="42519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explorer.solana.com • solscan.io • solanabeach.io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2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choisir Solana vs Ethereum 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ont leurs forces — choisir selon l'usage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3794760"/>
        </p:xfrm>
        <a:graphic>
          <a:graphicData uri="http://schemas.openxmlformats.org/drawingml/2006/table">
            <a:tbl>
              <a:tblPr/>
              <a:tblGrid>
                <a:gridCol w="3657600"/>
                <a:gridCol w="2377440"/>
                <a:gridCol w="2377440"/>
              </a:tblGrid>
              <a:tr h="4743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F1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Choisir Solana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Choisir Ethereum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 haute fréquence (DEX, trading)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NFT et gaming à faible coût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Paiements en temps réel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Gouvernance DAO &amp; vote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Contrats complexes &amp; auditables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de décentralisation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Ecosystème développeurs mature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2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 &amp; Ressources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avez appris aujourd'hui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846320" cy="374904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3444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a vu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44805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Architecture Solana (PoH, validators)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Différences avec Ethereum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Account model Solana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SPL Tokens vs ERC20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Anchor Framework (intro)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Interaction via @solana/web3.js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0" y="1143000"/>
            <a:ext cx="3383280" cy="374904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0" y="123444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0" y="1691640"/>
            <a:ext cx="30632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📘  docs.solana.com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Documentation officielle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⚓  anchor-lang.com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Docs Anchor Framework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🍳  solanacookbook.com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Recettes pratiques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🔍  explorer.solana.com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Explorateur blockchain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💰  faucet.solana.com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SOL gratuits pour Devnet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994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SPL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48640" y="2697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C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et distribuer des tokens sur Solana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2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Token Program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programme pour tous les tokens Solana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206240" cy="374904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34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Account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5819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définition du token (1 par token)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4023360" cy="16002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5216" y="2011680"/>
            <a:ext cx="376732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mint_authority: Pubkey,  // qui peut minter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freeze_authority: Pubkey, // qui peut geler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supply: u64,             // tokens en circ.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decimals: u8,            // ex: 9 (comme SOL)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is_initialized: bool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611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Account (ATA)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9593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portefeuille par token et par wallet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251960"/>
            <a:ext cx="4023360" cy="7132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5216" y="4343400"/>
            <a:ext cx="376732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mint: Pubkey,    // quel token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owner: Pubkey,   // proprietaire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amount: u64      // balance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1143000"/>
            <a:ext cx="4114800" cy="374904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8348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ERC-20 Ethereum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46320" y="1719072"/>
            <a:ext cx="3977640" cy="658368"/>
          </a:xfrm>
          <a:prstGeom prst="rect">
            <a:avLst/>
          </a:prstGeom>
          <a:solidFill>
            <a:srgbClr val="0A0A18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17556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ETH: 1 contrat par token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20482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SOL: 1 Token Program pour TOUS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496312"/>
            <a:ext cx="3977640" cy="658368"/>
          </a:xfrm>
          <a:prstGeom prst="rect">
            <a:avLst/>
          </a:prstGeom>
          <a:solidFill>
            <a:srgbClr val="0A0A18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83480" y="25328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ETH: Storage dans le contrat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28254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SOL: Comptes séparés (ATA)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273552"/>
            <a:ext cx="3977640" cy="658368"/>
          </a:xfrm>
          <a:prstGeom prst="rect">
            <a:avLst/>
          </a:prstGeom>
          <a:solidFill>
            <a:srgbClr val="0A0A18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83480" y="33101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ETH: approve() natif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36027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SOL: Délégation via delegate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4050792"/>
            <a:ext cx="3977640" cy="658368"/>
          </a:xfrm>
          <a:prstGeom prst="rect">
            <a:avLst/>
          </a:prstGeom>
          <a:solidFill>
            <a:srgbClr val="0A0A18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83480" y="40873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ETH: Pas de freeze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43799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SOL: freeze_authority intégré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2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token SPL avec le CLI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spl-token — l'outil officiel en ligne de commande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et configuration 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26464"/>
            <a:ext cx="8229600" cy="13716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5216" y="1517904"/>
            <a:ext cx="797356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Installer spl-token CLI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install spl-token-cli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Configurer sur le Devnet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solana config set --url devnet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Vérifier le solde SOL (pour payer les frais)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solana balance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et distribuer votre token 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163824"/>
            <a:ext cx="8229600" cy="189280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5216" y="3255264"/>
            <a:ext cx="7973568" cy="1709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Mint Account (= votre token)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spl-token create-token --decimals 9  # → 9WzDXwBbmkg8...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ATA pour recevoir les tokens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spl-token create-account 9WzDXwBbmkg8...  # → 7UX2i...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Minter 1 000 000 tokens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spl-token mint 9WzDXwBbmkg8... 1000000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Vérifier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spl-token balance 9WzDXwBbmkg8...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Transférer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spl-token transfer 9WzD... 500 DEST --fund-recipient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2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token SPL avec JavaScript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@solana/spl-token — intégration dans votre code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5216" y="1234440"/>
            <a:ext cx="797356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createMint, getOrCreateAssociatedTokenAccount, mintTo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"@solana/spl-token";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Connection, Keypair, clusterApiUrl } from "@solana/web3.js";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connection = new Connection(clusterApiUrl("devnet"), "confirmed");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payer = Keypair.fromSecretKey(/* votre keypair */);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Creer le Mint (le token)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mint = await createMint(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connection,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payer,             // qui paie les frais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payer.publicKey,   // mint authority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null,              // freeze authority (null = desactive)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9                  // decimals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console.log("Mint cree :", mint.toBase58());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Creer un Associated Token Account (ATA)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tokenAccount = await getOrCreateAssociatedTokenAccount(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connection, payer, mint, payer.publicKey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Minter 1000 tokens (1000 * 10^9 cause des decimals)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mintTo(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connection, payer, mint, tokenAccount.address, payer, 1_000 * 1e9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console.log("Balance :", tokenAccount.amount.toString());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Exercice SPL Token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et distribuer votre propre token sur Devnet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822960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Configurer le CLI Solana sur devnet : solana config set --url devnet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Obtenir des SOL si nécessaire : solana airdrop 2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Créer votre token : spl-token create-token --decimals 9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Créer un compte et minter 1 000 000 tokens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Vérifier votre token sur explorer.solana.com (devnet)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4224528"/>
            <a:ext cx="8412480" cy="685800"/>
          </a:xfrm>
          <a:prstGeom prst="rect">
            <a:avLst/>
          </a:prstGeom>
          <a:solidFill>
            <a:srgbClr val="1A0030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2702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BONUS : Transférer des tokens à un voisin et ajouter le token dans Phantom Wallet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994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Adresses Vanity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48640" y="2697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C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Personnaliser votre adresse Solana avec solana-keygen grind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2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solana-keygen grind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une adresse Solana avec un motif personnalisé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disponibles 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72184"/>
            <a:ext cx="8229600" cy="1645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5216" y="1563624"/>
            <a:ext cx="79735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Terminant par "cafe"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solana-keygen grind --ends-with cafe:1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Commençant par "abc"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solana-keygen grind --starts-with abc:1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Multi-threads (CPU) — accélérer la recherche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solana-keygen grind --ends-with cafe:1 --num-threads 8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Résultat : fichier .json contenant la keypair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Utiliser : solana-keygen pubkey mon-wallet.json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18211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génération (Base58 = 58 caractères par position) :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520440"/>
          <a:ext cx="8412480" cy="1170432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383280"/>
              </a:tblGrid>
              <a:tr h="2340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888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Longueur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888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Combinaisons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888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Temps approx. (8 threads)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caractère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instantané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caractères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~3 400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seconde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caractères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 millions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quelques secondes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caractères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~38 milliards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min – 2 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2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 et bonnes pratiques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et comment utiliser les vanity addresses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8412480" cy="100584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70432"/>
            <a:ext cx="201168" cy="1005840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243584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 de Program Anchor lisible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162763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AnchorDEMO... facilite l'identification de vos contrats Solana dans les explorateurs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340864"/>
            <a:ext cx="8412480" cy="100584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40864"/>
            <a:ext cx="201168" cy="100584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414016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Adresses de collections NFT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" y="2798064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BAYC1234... donne une identité visuelle forte à votre collection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511296"/>
            <a:ext cx="8412480" cy="1005840"/>
          </a:xfrm>
          <a:prstGeom prst="rect">
            <a:avLst/>
          </a:prstGeom>
          <a:solidFill>
            <a:srgbClr val="1212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511296"/>
            <a:ext cx="201168" cy="10058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58444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 multi-sig d'entreprise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" y="3968496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reconnaissable pour les wallets de trésorerie ou DAO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001A00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67258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solana-keygen grind est open-source et local — votre cle privee ne quitte jamais votre machine. C'est l'outil officiel recommande.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à Solana</dc:title>
  <dc:subject>PptxGenJS Presentation</dc:subject>
  <dc:creator>PptxGenJS</dc:creator>
  <cp:lastModifiedBy>PptxGenJS</cp:lastModifiedBy>
  <cp:revision>1</cp:revision>
  <dcterms:created xsi:type="dcterms:W3CDTF">2026-04-21T22:01:21Z</dcterms:created>
  <dcterms:modified xsi:type="dcterms:W3CDTF">2026-04-21T22:01:21Z</dcterms:modified>
</cp:coreProperties>
</file>